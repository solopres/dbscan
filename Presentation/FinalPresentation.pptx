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attanakarn Heavy" charset="1" panose="00000000000000000000"/>
      <p:regular r:id="rId15"/>
    </p:embeddedFont>
    <p:embeddedFont>
      <p:font typeface="Pattanakarn Bold" charset="1" panose="00000000000000000000"/>
      <p:regular r:id="rId16"/>
    </p:embeddedFont>
    <p:embeddedFont>
      <p:font typeface="Open Sans" charset="1" panose="00000000000000000000"/>
      <p:regular r:id="rId17"/>
    </p:embeddedFont>
    <p:embeddedFont>
      <p:font typeface="Open Sans Medium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446863" y="144636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4" id="4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14789" y="4713216"/>
            <a:ext cx="12058423" cy="169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6"/>
              </a:lnSpc>
              <a:spcBef>
                <a:spcPct val="0"/>
              </a:spcBef>
            </a:pPr>
            <a:r>
              <a:rPr lang="en-US" b="true" sz="9975">
                <a:solidFill>
                  <a:srgbClr val="FFFFFF"/>
                </a:solidFill>
                <a:latin typeface="Pattanakarn Heavy"/>
                <a:ea typeface="Pattanakarn Heavy"/>
                <a:cs typeface="Pattanakarn Heavy"/>
                <a:sym typeface="Pattanakarn Heavy"/>
              </a:rPr>
              <a:t>DBSCAN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29147" y="3732887"/>
            <a:ext cx="7629707" cy="944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8"/>
              </a:lnSpc>
              <a:spcBef>
                <a:spcPct val="0"/>
              </a:spcBef>
            </a:pPr>
            <a:r>
              <a:rPr lang="en-US" b="true" sz="557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CLUSTERING WITH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29984" y="8646795"/>
            <a:ext cx="9028032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presentation delves into the wonderful world of clustering, showcasing a from-scratch Java implementation of DBSCAN.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Solomon Preston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787942" y="872318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3" id="3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60343" y="227666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08815" y="8287899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96022" y="3475577"/>
            <a:ext cx="9480985" cy="5299628"/>
          </a:xfrm>
          <a:custGeom>
            <a:avLst/>
            <a:gdLst/>
            <a:ahLst/>
            <a:cxnLst/>
            <a:rect r="r" b="b" t="t" l="l"/>
            <a:pathLst>
              <a:path h="5299628" w="9480985">
                <a:moveTo>
                  <a:pt x="0" y="0"/>
                </a:moveTo>
                <a:lnTo>
                  <a:pt x="9480985" y="0"/>
                </a:lnTo>
                <a:lnTo>
                  <a:pt x="9480985" y="5299628"/>
                </a:lnTo>
                <a:lnTo>
                  <a:pt x="0" y="5299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501172"/>
            <a:ext cx="6697632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WHAT IS DBSCAN?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736173"/>
            <a:ext cx="6967322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Density Based Spacial Clustering of Applications with Noise.</a:t>
            </a:r>
          </a:p>
          <a:p>
            <a:pPr algn="l">
              <a:lnSpc>
                <a:spcPts val="2799"/>
              </a:lnSpc>
            </a:pP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Clustering algorithm that uses Nearest Neighbors.</a:t>
            </a:r>
          </a:p>
          <a:p>
            <a:pPr algn="l">
              <a:lnSpc>
                <a:spcPts val="2799"/>
              </a:lnSpc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Makes clusters based on point density.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88562" y="6495925"/>
            <a:ext cx="8015496" cy="2459903"/>
            <a:chOff x="0" y="0"/>
            <a:chExt cx="1551179" cy="4760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1179" cy="476047"/>
            </a:xfrm>
            <a:custGeom>
              <a:avLst/>
              <a:gdLst/>
              <a:ahLst/>
              <a:cxnLst/>
              <a:rect r="r" b="b" t="t" l="l"/>
              <a:pathLst>
                <a:path h="476047" w="1551179">
                  <a:moveTo>
                    <a:pt x="28976" y="0"/>
                  </a:moveTo>
                  <a:lnTo>
                    <a:pt x="1522203" y="0"/>
                  </a:lnTo>
                  <a:cubicBezTo>
                    <a:pt x="1538206" y="0"/>
                    <a:pt x="1551179" y="12973"/>
                    <a:pt x="1551179" y="28976"/>
                  </a:cubicBezTo>
                  <a:lnTo>
                    <a:pt x="1551179" y="447071"/>
                  </a:lnTo>
                  <a:cubicBezTo>
                    <a:pt x="1551179" y="454756"/>
                    <a:pt x="1548126" y="462126"/>
                    <a:pt x="1542692" y="467560"/>
                  </a:cubicBezTo>
                  <a:cubicBezTo>
                    <a:pt x="1537258" y="472994"/>
                    <a:pt x="1529888" y="476047"/>
                    <a:pt x="1522203" y="476047"/>
                  </a:cubicBezTo>
                  <a:lnTo>
                    <a:pt x="28976" y="476047"/>
                  </a:lnTo>
                  <a:cubicBezTo>
                    <a:pt x="12973" y="476047"/>
                    <a:pt x="0" y="463074"/>
                    <a:pt x="0" y="447071"/>
                  </a:cubicBezTo>
                  <a:lnTo>
                    <a:pt x="0" y="28976"/>
                  </a:lnTo>
                  <a:cubicBezTo>
                    <a:pt x="0" y="12973"/>
                    <a:pt x="12973" y="0"/>
                    <a:pt x="28976" y="0"/>
                  </a:cubicBezTo>
                  <a:close/>
                </a:path>
              </a:pathLst>
            </a:custGeom>
            <a:blipFill>
              <a:blip r:embed="rId4"/>
              <a:stretch>
                <a:fillRect l="-5036" t="0" r="-5036" b="-137855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1277050" y="7725876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277050" y="5889308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277050" y="4052739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9580333" y="2520315"/>
            <a:ext cx="1228279" cy="1228279"/>
            <a:chOff x="0" y="0"/>
            <a:chExt cx="323497" cy="3234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80333" y="4356884"/>
            <a:ext cx="1228279" cy="1228279"/>
            <a:chOff x="0" y="0"/>
            <a:chExt cx="323497" cy="323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80333" y="6193452"/>
            <a:ext cx="1228279" cy="1228279"/>
            <a:chOff x="0" y="0"/>
            <a:chExt cx="323497" cy="3234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80333" y="8030021"/>
            <a:ext cx="1228279" cy="1228279"/>
            <a:chOff x="0" y="0"/>
            <a:chExt cx="323497" cy="3234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760343" y="227666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8700" y="2406015"/>
            <a:ext cx="5582114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RESOURCES USED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4650540"/>
            <a:ext cx="6382387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While DBSCAN was implemented from scratch, various resources were used to develop and display the results.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77050" y="3137089"/>
            <a:ext cx="598225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 Studio Code was used as the main IDE.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77050" y="2463165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VSCode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77050" y="4755140"/>
            <a:ext cx="598225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Comprehensive project management and build automation tool for Java. Used to manage dependencies.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77050" y="4299734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Maven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77050" y="6810226"/>
            <a:ext cx="598225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 an open source Java library that is used to create charts/graphs.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77050" y="6136302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JFreeChart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77050" y="8646795"/>
            <a:ext cx="598225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Used to make UML diagrams, flowcharts, and network diagrams. Helped with developing the UML.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77050" y="7972871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Draw.io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88231" y="2889997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88231" y="4726565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88231" y="6563134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88231" y="8399703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8" id="8"/>
          <p:cNvSpPr/>
          <p:nvPr/>
        </p:nvSpPr>
        <p:spPr>
          <a:xfrm flipV="true">
            <a:off x="6121755" y="7715696"/>
            <a:ext cx="0" cy="1542604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2166245" y="7715696"/>
            <a:ext cx="0" cy="1542604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717131" y="1028700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722037" y="4264978"/>
            <a:ext cx="2843927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UML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8" id="8"/>
          <p:cNvSpPr/>
          <p:nvPr/>
        </p:nvSpPr>
        <p:spPr>
          <a:xfrm flipV="true">
            <a:off x="6121755" y="7715696"/>
            <a:ext cx="0" cy="1542604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2166245" y="7715696"/>
            <a:ext cx="0" cy="1542604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717131" y="1028700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7532" y="123684"/>
            <a:ext cx="15872937" cy="10039633"/>
          </a:xfrm>
          <a:custGeom>
            <a:avLst/>
            <a:gdLst/>
            <a:ahLst/>
            <a:cxnLst/>
            <a:rect r="r" b="b" t="t" l="l"/>
            <a:pathLst>
              <a:path h="10039633" w="15872937">
                <a:moveTo>
                  <a:pt x="0" y="0"/>
                </a:moveTo>
                <a:lnTo>
                  <a:pt x="15872936" y="0"/>
                </a:lnTo>
                <a:lnTo>
                  <a:pt x="15872936" y="10039632"/>
                </a:lnTo>
                <a:lnTo>
                  <a:pt x="0" y="100396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201650" y="1056163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1646" y="3186010"/>
            <a:ext cx="9830022" cy="6377227"/>
          </a:xfrm>
          <a:custGeom>
            <a:avLst/>
            <a:gdLst/>
            <a:ahLst/>
            <a:cxnLst/>
            <a:rect r="r" b="b" t="t" l="l"/>
            <a:pathLst>
              <a:path h="6377227" w="9830022">
                <a:moveTo>
                  <a:pt x="0" y="0"/>
                </a:moveTo>
                <a:lnTo>
                  <a:pt x="9830021" y="0"/>
                </a:lnTo>
                <a:lnTo>
                  <a:pt x="9830021" y="6377227"/>
                </a:lnTo>
                <a:lnTo>
                  <a:pt x="0" y="63772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98103" y="1543470"/>
            <a:ext cx="8286618" cy="8120886"/>
          </a:xfrm>
          <a:custGeom>
            <a:avLst/>
            <a:gdLst/>
            <a:ahLst/>
            <a:cxnLst/>
            <a:rect r="r" b="b" t="t" l="l"/>
            <a:pathLst>
              <a:path h="8120886" w="8286618">
                <a:moveTo>
                  <a:pt x="0" y="0"/>
                </a:moveTo>
                <a:lnTo>
                  <a:pt x="8286619" y="0"/>
                </a:lnTo>
                <a:lnTo>
                  <a:pt x="8286619" y="8120886"/>
                </a:lnTo>
                <a:lnTo>
                  <a:pt x="0" y="81208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61091" y="509690"/>
            <a:ext cx="7465894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CLUSTERING CODE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739119" y="7669066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25599" y="182598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6803" y="782931"/>
            <a:ext cx="11628184" cy="8721138"/>
          </a:xfrm>
          <a:custGeom>
            <a:avLst/>
            <a:gdLst/>
            <a:ahLst/>
            <a:cxnLst/>
            <a:rect r="r" b="b" t="t" l="l"/>
            <a:pathLst>
              <a:path h="8721138" w="11628184">
                <a:moveTo>
                  <a:pt x="0" y="0"/>
                </a:moveTo>
                <a:lnTo>
                  <a:pt x="11628184" y="0"/>
                </a:lnTo>
                <a:lnTo>
                  <a:pt x="11628184" y="8721138"/>
                </a:lnTo>
                <a:lnTo>
                  <a:pt x="0" y="8721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181645" y="3332480"/>
            <a:ext cx="5938113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Kaggle Dataset testing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66109" y="5447160"/>
            <a:ext cx="3969187" cy="130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Epsilon: 0.6</a:t>
            </a:r>
          </a:p>
          <a:p>
            <a:pPr algn="ctr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Minimum Neighbors: 3</a:t>
            </a:r>
          </a:p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Distance Metric: Euclidean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736022" y="859529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3019" y="3243642"/>
            <a:ext cx="6153446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SECOND DATASET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69748" y="782931"/>
            <a:ext cx="11589552" cy="8721138"/>
          </a:xfrm>
          <a:custGeom>
            <a:avLst/>
            <a:gdLst/>
            <a:ahLst/>
            <a:cxnLst/>
            <a:rect r="r" b="b" t="t" l="l"/>
            <a:pathLst>
              <a:path h="8721138" w="11589552">
                <a:moveTo>
                  <a:pt x="0" y="0"/>
                </a:moveTo>
                <a:lnTo>
                  <a:pt x="11589552" y="0"/>
                </a:lnTo>
                <a:lnTo>
                  <a:pt x="11589552" y="8721138"/>
                </a:lnTo>
                <a:lnTo>
                  <a:pt x="0" y="8721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3019" y="5677622"/>
            <a:ext cx="4178975" cy="130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Epsilon: 0.7</a:t>
            </a:r>
          </a:p>
          <a:p>
            <a:pPr algn="ctr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Minimum Neighbors: 3</a:t>
            </a:r>
          </a:p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Distance Metric: Manhattan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753182" y="3932130"/>
            <a:ext cx="8781636" cy="121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1"/>
              </a:lnSpc>
              <a:spcBef>
                <a:spcPct val="0"/>
              </a:spcBef>
            </a:pPr>
            <a:r>
              <a:rPr lang="en-US" b="true" sz="7058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THANK YOU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002316" y="4899847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65493" y="5387153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DAHI6bqmYdM</dc:identifier>
  <dcterms:modified xsi:type="dcterms:W3CDTF">2011-08-01T06:04:30Z</dcterms:modified>
  <cp:revision>1</cp:revision>
  <dc:title>Blue Modern The World of Programming Presentation</dc:title>
</cp:coreProperties>
</file>